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runo/Library/CloudStorage/OneDrive-Pessoal/Esquina/IA/templates/Claude - GDF/prints-comprobatorios/assets/logo-esquina-br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411480"/>
            <a:ext cx="1234440" cy="272263"/>
          </a:xfrm>
          <a:prstGeom prst="rect">
            <a:avLst/>
          </a:prstGeom>
        </p:spPr>
      </p:pic>
      <p:pic>
        <p:nvPicPr>
          <p:cNvPr id="3" name="Image 1" descr="/Users/bruno/Library/CloudStorage/OneDrive-Pessoal/Esquina/IA/templates/Claude - GDF/prints-comprobatorios/assets/gdf-logo-br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1463040" cy="71159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2880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A6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COMPROVAÇÃO DE VEICULAÇÃO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621792" y="32461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Prints Comprobatórios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640080" y="434340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 do Distrito Federal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B9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Balanço Institucional 2026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B9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Programática  ·  23 de junho a 03 de julho de 2026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B9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141061  ·  Peça Nova Gestão do GDF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GDF_300x600_SAUDE</a:t>
            </a:r>
            <a:endParaRPr lang="en-US" sz="2200" dirty="0"/>
          </a:p>
        </p:txBody>
      </p:sp>
      <p:pic>
        <p:nvPicPr>
          <p:cNvPr id="3" name="Image 0" descr="/Users/bruno/Library/CloudStorage/OneDrive-Pessoal/Esquina/IA/templates/Claude - GDF/prints-comprobatorios/assets/prints/print_300x60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8597372" cy="48463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GDF_970x90_SAUDE</a:t>
            </a:r>
            <a:endParaRPr lang="en-US" sz="2200" dirty="0"/>
          </a:p>
        </p:txBody>
      </p:sp>
      <p:pic>
        <p:nvPicPr>
          <p:cNvPr id="3" name="Image 0" descr="/Users/bruno/Library/CloudStorage/OneDrive-Pessoal/Esquina/IA/templates/Claude - GDF/prints-comprobatorios/assets/prints/print_970x9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8596402" cy="48463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GDF_728x90_SAUDE</a:t>
            </a:r>
            <a:endParaRPr lang="en-US" sz="2200" dirty="0"/>
          </a:p>
        </p:txBody>
      </p:sp>
      <p:pic>
        <p:nvPicPr>
          <p:cNvPr id="3" name="Image 0" descr="/Users/bruno/Library/CloudStorage/OneDrive-Pessoal/Esquina/IA/templates/Claude - GDF/prints-comprobatorios/assets/prints/print_728x9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8605610" cy="48463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GDF_468x60_SAUDE</a:t>
            </a:r>
            <a:endParaRPr lang="en-US" sz="2200" dirty="0"/>
          </a:p>
        </p:txBody>
      </p:sp>
      <p:pic>
        <p:nvPicPr>
          <p:cNvPr id="3" name="Image 0" descr="/Users/bruno/Library/CloudStorage/OneDrive-Pessoal/Esquina/IA/templates/Claude - GDF/prints-comprobatorios/assets/prints/print_468x6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8577017" cy="48463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GDF_336x280_SAUDE</a:t>
            </a:r>
            <a:endParaRPr lang="en-US" sz="2200" dirty="0"/>
          </a:p>
        </p:txBody>
      </p:sp>
      <p:pic>
        <p:nvPicPr>
          <p:cNvPr id="3" name="Image 0" descr="/Users/bruno/Library/CloudStorage/OneDrive-Pessoal/Esquina/IA/templates/Claude - GDF/prints-comprobatorios/assets/prints/print_336x28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8590587" cy="48463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GDF_300x250_SAUDE</a:t>
            </a:r>
            <a:endParaRPr lang="en-US" sz="2200" dirty="0"/>
          </a:p>
        </p:txBody>
      </p:sp>
      <p:pic>
        <p:nvPicPr>
          <p:cNvPr id="3" name="Image 0" descr="/Users/bruno/Library/CloudStorage/OneDrive-Pessoal/Esquina/IA/templates/Claude - GDF/prints-comprobatorios/assets/prints/print_300x25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8626934" cy="48463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GDF_250x250_SAUDE</a:t>
            </a:r>
            <a:endParaRPr lang="en-US" sz="2200" dirty="0"/>
          </a:p>
        </p:txBody>
      </p:sp>
      <p:pic>
        <p:nvPicPr>
          <p:cNvPr id="3" name="Image 0" descr="/Users/bruno/Library/CloudStorage/OneDrive-Pessoal/Esquina/IA/templates/Claude - GDF/prints-comprobatorios/assets/prints/print_250x25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8556178" cy="48463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GDF_320x50_SAUDE e GDF_320x100_SAUDE</a:t>
            </a:r>
            <a:endParaRPr lang="en-US" sz="2200" dirty="0"/>
          </a:p>
        </p:txBody>
      </p:sp>
      <p:pic>
        <p:nvPicPr>
          <p:cNvPr id="3" name="Image 0" descr="/Users/bruno/Library/CloudStorage/OneDrive-Pessoal/Esquina/IA/templates/Claude - GDF/prints-comprobatorios/assets/prints/print_320x5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3006172" cy="4846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6373368"/>
            <a:ext cx="30061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320x50</a:t>
            </a:r>
            <a:endParaRPr lang="en-US" sz="1400" dirty="0"/>
          </a:p>
        </p:txBody>
      </p:sp>
      <p:pic>
        <p:nvPicPr>
          <p:cNvPr id="5" name="Image 1" descr="/Users/bruno/Library/CloudStorage/OneDrive-Pessoal/Esquina/IA/templates/Claude - GDF/prints-comprobatorios/assets/prints/print_320x100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092" y="1417320"/>
            <a:ext cx="3639586" cy="4846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52092" y="6373368"/>
            <a:ext cx="36395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320x100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runo/Library/CloudStorage/OneDrive-Pessoal/Esquina/IA/templates/Claude - GDF/prints-comprobatorios/assets/gdf-logo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7007" y="2468880"/>
            <a:ext cx="1165604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62631" y="2331720"/>
            <a:ext cx="0" cy="841248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pic>
        <p:nvPicPr>
          <p:cNvPr id="4" name="Image 1" descr="/Users/bruno/Library/CloudStorage/OneDrive-Pessoal/Esquina/IA/templates/Claude - GDF/prints-comprobatorios/assets/logo-esquin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2651" y="2596439"/>
            <a:ext cx="1413748" cy="31181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0" y="356616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Comprobatórios · Balanço Institucional 2026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Programática · 23 de junho a 03 de julho de 2026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 do Distrito Federal · Esquina Comunicação Online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2026-07-16T17:13:25Z</dcterms:created>
  <dcterms:modified xsi:type="dcterms:W3CDTF">2026-07-16T17:13:25Z</dcterms:modified>
</cp:coreProperties>
</file>